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343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188720"/>
            <a:ext cx="4572000" cy="4572000"/>
          </a:xfrm>
          <a:prstGeom prst="ellipse">
            <a:avLst/>
          </a:prstGeom>
          <a:solidFill>
            <a:srgbClr val="2F4F4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69A297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2F4F4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3F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To-Do List dengan Sentuhan Motivasi Harian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Kadek Fajar </a:t>
            </a:r>
            <a:r>
              <a:rPr lang="en-US" sz="1400" b="1" dirty="0" err="1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Pramartha</a:t>
            </a:r>
            <a:r>
              <a:rPr lang="en-US" sz="14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Yasodana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5025231185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 ·  Jetpack Compose  ·  Room  ·  MVVM  ·  Retrofit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1.0  —  Product Requirements Document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&amp; Tujuan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FF5F2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 konvensional minim elemen motivasi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mudah kehilangan semangat mengerjakan tugas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melacak tugas selesai vs. tertunda saat daftar panjang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tugas perlu terikat akun personal, bukan global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2F4F4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Produk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tugas harian secara penuh (CRUD)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kutipan motivasi tiap kali dibuka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urutkan tugas berdasarkan status/deadline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pribadi dengan preferensi yang dapat diatur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  |  PRD Summary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Utama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733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820753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Pengguna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dan kelola akun secara lokal &amp; aman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6733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401" y="182075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Tugas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Tambah, ubah, selesaikan, dan hapus to-do item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16733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161" y="182075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Status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6676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tugas: All, Completed, atau Incomplete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0050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641" y="4152473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Deadline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Urutkan tugas ascending / descending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3400" y="3749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0" y="40050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401" y="4152473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Kutipan Motivasi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7200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harian/acak dari ZenQuotes API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7490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66760" y="40050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4161" y="4152473"/>
            <a:ext cx="272125" cy="27212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6676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Preferensi Personal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36676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jenis kutipan sesuai selera pengguna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  |  PRD Summary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336292" y="3131820"/>
            <a:ext cx="1289304" cy="0"/>
          </a:xfrm>
          <a:prstGeom prst="line">
            <a:avLst/>
          </a:prstGeom>
          <a:noFill/>
          <a:ln w="25400">
            <a:solidFill>
              <a:srgbClr val="69A2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9052" y="2743200"/>
            <a:ext cx="777240" cy="777240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5" name="Text 3"/>
          <p:cNvSpPr/>
          <p:nvPr/>
        </p:nvSpPr>
        <p:spPr>
          <a:xfrm>
            <a:off x="1559052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6132" y="37490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2836" y="3131820"/>
            <a:ext cx="1289304" cy="0"/>
          </a:xfrm>
          <a:prstGeom prst="line">
            <a:avLst/>
          </a:prstGeom>
          <a:noFill/>
          <a:ln w="25400">
            <a:solidFill>
              <a:srgbClr val="69A29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5596" y="2743200"/>
            <a:ext cx="777240" cy="777240"/>
          </a:xfrm>
          <a:prstGeom prst="ellipse">
            <a:avLst/>
          </a:prstGeom>
          <a:solidFill>
            <a:srgbClr val="2F4F44"/>
          </a:solidFill>
          <a:ln/>
        </p:spPr>
      </p:sp>
      <p:sp>
        <p:nvSpPr>
          <p:cNvPr id="9" name="Text 7"/>
          <p:cNvSpPr/>
          <p:nvPr/>
        </p:nvSpPr>
        <p:spPr>
          <a:xfrm>
            <a:off x="3625596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22676" y="37490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lihat quote &amp; daftar tugas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69380" y="3131820"/>
            <a:ext cx="1289304" cy="0"/>
          </a:xfrm>
          <a:prstGeom prst="line">
            <a:avLst/>
          </a:prstGeom>
          <a:noFill/>
          <a:ln w="25400">
            <a:solidFill>
              <a:srgbClr val="69A2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92140" y="2743200"/>
            <a:ext cx="777240" cy="777240"/>
          </a:xfrm>
          <a:prstGeom prst="ellipse">
            <a:avLst/>
          </a:prstGeom>
          <a:solidFill>
            <a:srgbClr val="2F4F44"/>
          </a:solidFill>
          <a:ln/>
        </p:spPr>
      </p:sp>
      <p:sp>
        <p:nvSpPr>
          <p:cNvPr id="13" name="Text 11"/>
          <p:cNvSpPr/>
          <p:nvPr/>
        </p:nvSpPr>
        <p:spPr>
          <a:xfrm>
            <a:off x="569214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89220" y="37490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tugas baru (+)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35924" y="3131820"/>
            <a:ext cx="1289304" cy="0"/>
          </a:xfrm>
          <a:prstGeom prst="line">
            <a:avLst/>
          </a:prstGeom>
          <a:noFill/>
          <a:ln w="25400">
            <a:solidFill>
              <a:srgbClr val="69A2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58684" y="2743200"/>
            <a:ext cx="777240" cy="777240"/>
          </a:xfrm>
          <a:prstGeom prst="ellipse">
            <a:avLst/>
          </a:prstGeom>
          <a:solidFill>
            <a:srgbClr val="2F4F44"/>
          </a:solidFill>
          <a:ln/>
        </p:spPr>
      </p:sp>
      <p:sp>
        <p:nvSpPr>
          <p:cNvPr id="17" name="Text 15"/>
          <p:cNvSpPr/>
          <p:nvPr/>
        </p:nvSpPr>
        <p:spPr>
          <a:xfrm>
            <a:off x="7758684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55764" y="37490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urutkan tugas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825228" y="2743200"/>
            <a:ext cx="777240" cy="777240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0" name="Text 18"/>
          <p:cNvSpPr/>
          <p:nvPr/>
        </p:nvSpPr>
        <p:spPr>
          <a:xfrm>
            <a:off x="9825228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2308" y="37490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/ edit / hapus tugas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FF5F2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kali Home Screen dimuat, aplikasi otomatis menarik satu kutipan motivasi baru sesuai preferensi pengguna (today / random).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  |  PRD Summary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&amp;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2F4F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47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UI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69A29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809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3467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AppViewModel — logika &amp; state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7581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2F4F4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142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379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ToDoItem · ZenQuotes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79145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69A29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47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413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(local) + Retrofit (API)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Database (Room)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74520"/>
          <a:ext cx="5394960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F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F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Long, 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String,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quotePreference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(today/random)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4069080"/>
          <a:ext cx="5394960" cy="2286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F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todo_items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A2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F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A2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Long, 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 nullable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 (FK)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users.id, CASCADE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  |  PRD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Produk (v1.0)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FF5F2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2F4F4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17766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lokal (register, login, hapus akun)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to-do list lengkap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status &amp; sorting deadline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ZenQuotes API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Preferensi kutipan per pengguna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untuk deadline tugas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FF5F2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645920"/>
            <a:ext cx="502920" cy="502920"/>
          </a:xfrm>
          <a:prstGeom prst="ellipse">
            <a:avLst/>
          </a:prstGeom>
          <a:solidFill>
            <a:srgbClr val="C97B5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17766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8368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data ke cloud / server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pengingat tugas (reminder)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sync / OAuth login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Kategori, label, atau sub-tugas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Enkripsi password (v1 plain text lokal)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  |  PRD Summary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2F4F44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penyelesaian untuk rilis Version 1.0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292608" cy="29260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 &amp; login dengan validasi error berfungsi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292608" cy="29260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295144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motivasi tampil otomatis sesuai preferensi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898648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Tambah, ubah, hapus, dan selesaikan tugas berjalan baik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292608" cy="29260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502152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sorting deadline berfungsi sesuai pilihan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746504"/>
            <a:ext cx="292608" cy="29260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1691640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Preferensi kutipan tersimpan persisten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350008"/>
            <a:ext cx="292608" cy="29260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2295144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akun menghapus seluruh tugas terkait (cascade)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2953512"/>
            <a:ext cx="292608" cy="29260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2898648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tidak crash saat API kutipan gagal diakses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  |  PRD Summary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pengembangan untuk Version 2.0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382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Password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(BCrypt) untuk data pengguna lebih aman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98064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806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8803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&amp; Label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35224" y="35204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Pengelompokan tugas yang lebih terstruktur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47488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15584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230" y="22457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4648" y="28803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Reminder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84648" y="35204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Pengingat otomatis menjelang deadline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96912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65008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654" y="22457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28803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34072" y="35204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data dari berbagai perangkat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46336" y="182880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EFF5F2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14432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7078" y="224576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83496" y="28803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Produktivitas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683496" y="35204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tugas selesai per minggu/bulan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 — Product Requirements Document v1.0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App  |  PRD Summary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551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— Productivity &amp; Motivation App</dc:title>
  <dc:subject>PptxGenJS Presentation</dc:subject>
  <dc:creator>Focus App Team</dc:creator>
  <cp:lastModifiedBy>Fajar Yasodana</cp:lastModifiedBy>
  <cp:revision>2</cp:revision>
  <dcterms:created xsi:type="dcterms:W3CDTF">2026-06-17T06:38:26Z</dcterms:created>
  <dcterms:modified xsi:type="dcterms:W3CDTF">2026-06-17T06:41:57Z</dcterms:modified>
</cp:coreProperties>
</file>